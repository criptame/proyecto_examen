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657600" cy="365760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TRANSVERSAL · ISY1101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CI/CD de una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web en AWS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+ PostgreSQL, contenerizados y desplegados con GitHub Actions sobre ECS Fargate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074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Santander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Herramientas DevOps · Julio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github.com/Criptame/Proyecto_examen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proyecto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gestor de tareas de 3 capas usado como caso práctico para automatizar de punta a punta el ciclo de integración y entrega continua (CI/CD): cada push a main prueba, construye, publica y despliega solo.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14553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 Docker con buenas prácticas (multietapa, no-root, minimalistas)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767328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7124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GitHub Actions: build → test → push → deploy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42793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real en AWS (ECS Fargate, RDS, ALB)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901184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4846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mínimo privilegio, secretos gestionados, red segmentada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949440" y="16459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2103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Nginx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81160" y="2514600"/>
            <a:ext cx="0" cy="137160"/>
          </a:xfrm>
          <a:prstGeom prst="line">
            <a:avLst/>
          </a:prstGeom>
          <a:noFill/>
          <a:ln w="25400">
            <a:solidFill>
              <a:srgbClr val="13407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49440" y="27889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34074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2898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246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81160" y="3657600"/>
            <a:ext cx="0" cy="137160"/>
          </a:xfrm>
          <a:prstGeom prst="line">
            <a:avLst/>
          </a:prstGeom>
          <a:noFill/>
          <a:ln w="25400">
            <a:solidFill>
              <a:srgbClr val="13407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49440" y="39319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1B243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804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78040" y="4389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(RDS)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local y en la nube</a:t>
            </a:r>
            <a:endParaRPr lang="en-US" sz="3000" dirty="0"/>
          </a:p>
        </p:txBody>
      </p:sp>
      <p:pic>
        <p:nvPicPr>
          <p:cNvPr id="4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2715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709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846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7240" y="5166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levanta los 3 servicios en una red interna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79392" y="4709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</p:spPr>
      </p:sp>
      <p:sp>
        <p:nvSpPr>
          <p:cNvPr id="9" name="Text 6"/>
          <p:cNvSpPr/>
          <p:nvPr/>
        </p:nvSpPr>
        <p:spPr>
          <a:xfrm>
            <a:off x="4507992" y="4846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ALB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07992" y="5166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 por path ("/" al frontend, "/api/*" al backend) — evita CORS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10144" y="47091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/>
        </p:spPr>
      </p:sp>
      <p:sp>
        <p:nvSpPr>
          <p:cNvPr id="12" name="Text 9"/>
          <p:cNvSpPr/>
          <p:nvPr/>
        </p:nvSpPr>
        <p:spPr>
          <a:xfrm>
            <a:off x="8238744" y="4846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4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sin IP pública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38744" y="51663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backend puede alcanzar la base de datos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Contenedores Docker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F3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backend/Dockerfile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596896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688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multietapa: deps → runtime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054096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9260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node:20-alpine (minimalista)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511296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383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no-root ("node")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968496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04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integrado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80760" y="155448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F3F6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1810512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18105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frontend/Dockerfile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0" y="2596896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24688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 Node, sirve con nginx:alpine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054096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29260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de build en runtime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511296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3832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VITE_API_URL fijado en build-time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3968496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38404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/health propio de nginx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" y="51663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interna "internal" · backend espera a que la BD esté "healthy" (pg_isready) · volumen persistente para los datos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CI/CD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.github/workflows/ci-cd.yml — push a main o disparo manual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1B243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Test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deps, corre pruebas unitarias, compila el frontend, construye ambas imágenes y las escanea con Trivy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977640" y="3657600"/>
            <a:ext cx="50292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80560" y="22860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134074"/>
          </a:solidFill>
          <a:ln/>
          <a:effectLst>
            <a:outerShdw sx="100000" sy="100000" kx="0" ky="0" algn="bl" rotWithShape="0" blurRad="76200" dist="25400" dir="5400000">
              <a:srgbClr val="1B243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5603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a ECR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ambas imágenes con un tag único: el SHA del commit (repos con tags inmutables)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09560" y="3657600"/>
            <a:ext cx="502920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12480" y="22860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3F6FC"/>
          </a:solidFill>
          <a:ln/>
          <a:effectLst>
            <a:outerShdw sx="100000" sy="100000" kx="0" ky="0" algn="bl" rotWithShape="0" blurRad="76200" dist="25400" dir="5400000">
              <a:srgbClr val="1B243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0" y="2560320"/>
            <a:ext cx="548640" cy="54864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680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 ECS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0" y="37490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las task definitions y actualiza los servicios ECS; espera a que el despliegue quede estable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vía GitHub Secrets (AWS) · Variables no sensibles vía GitHub Variables · Ninguna credencial en el código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 en AWS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por defecto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NAT Gateway, para minimizar costo y complejidad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58568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58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212848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 por path hacia frontend y backend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Fargate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por componente, sin servidores que administrar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529584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IP pública, solo accesible desde el backend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18795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entre 1 y 3 tareas, según 60% de CPU</a:t>
            </a:r>
            <a:endParaRPr lang="en-US" sz="1350" dirty="0"/>
          </a:p>
        </p:txBody>
      </p:sp>
      <p:pic>
        <p:nvPicPr>
          <p:cNvPr id="19" name="Image 0" descr="03-rds-disponi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00200"/>
            <a:ext cx="4709160" cy="1019556"/>
          </a:xfrm>
          <a:prstGeom prst="rect">
            <a:avLst/>
          </a:prstGeom>
        </p:spPr>
      </p:pic>
      <p:pic>
        <p:nvPicPr>
          <p:cNvPr id="20" name="Image 1" descr="05-security-group-r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834640"/>
            <a:ext cx="4709160" cy="22860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03720" y="51937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disponible · Security Group con la regla permanente desde el backend (la regla por IP fue temporal, para una migración puntual, y ya se revocó)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por diseño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34074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Mínimo privilegio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acotado a ECR + ECS, sin acceso administrativo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34074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2084832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Secretos gestionados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 + GitHub Secrets, nunca en el código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34074"/>
          </a:solidFill>
          <a:ln/>
        </p:spPr>
      </p:sp>
      <p:sp>
        <p:nvSpPr>
          <p:cNvPr id="15" name="Shape 13"/>
          <p:cNvSpPr/>
          <p:nvPr/>
        </p:nvSpPr>
        <p:spPr>
          <a:xfrm>
            <a:off x="8485632" y="2084832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0392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segmentada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03920" y="3108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→ frontend/backend → RDS, sin exposición directa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34074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4325112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Imágenes minimalistas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alpine, escaneo de vulnerabilidades con Trivy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4069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34074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4325112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6344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inmutables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63440" y="5349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 con image-tag-mutability=IMMUTABLE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0" y="406908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34074"/>
          </a:solidFill>
          <a:ln/>
        </p:spPr>
      </p:sp>
      <p:sp>
        <p:nvSpPr>
          <p:cNvPr id="30" name="Shape 28"/>
          <p:cNvSpPr/>
          <p:nvPr/>
        </p:nvSpPr>
        <p:spPr>
          <a:xfrm>
            <a:off x="8485632" y="4325112"/>
            <a:ext cx="457200" cy="45720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8485632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503920" y="4937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TLS a la base de datos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503920" y="5349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cifrada obligatoria hacia RDS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Funcionando en producción</a:t>
            </a:r>
            <a:endParaRPr lang="en-US" sz="3000" dirty="0"/>
          </a:p>
        </p:txBody>
      </p:sp>
      <p:pic>
        <p:nvPicPr>
          <p:cNvPr id="4" name="Image 0" descr="06-github-repo-publ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67512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5604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público, historial de commits por etapa</a:t>
            </a:r>
            <a:endParaRPr lang="en-US" sz="1150" dirty="0"/>
          </a:p>
        </p:txBody>
      </p:sp>
      <p:pic>
        <p:nvPicPr>
          <p:cNvPr id="6" name="Image 1" descr="02-docker-compose-lo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554480"/>
            <a:ext cx="4160520" cy="7680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2360" y="23591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local corriendo (Docker Desktop)</a:t>
            </a:r>
            <a:endParaRPr lang="en-US" sz="1050" dirty="0"/>
          </a:p>
        </p:txBody>
      </p:sp>
      <p:pic>
        <p:nvPicPr>
          <p:cNvPr id="8" name="Image 2" descr="01-aws-academy-conso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788920"/>
            <a:ext cx="4160520" cy="197510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2360" y="48006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activa en AWS Academy Learner Lab (us-east-1)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/>
        </p:spPr>
      </p:sp>
      <p:sp>
        <p:nvSpPr>
          <p:cNvPr id="11" name="Text 6"/>
          <p:cNvSpPr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pública:  </a:t>
            </a:r>
            <a:pPr indent="0" marL="0">
              <a:buNone/>
            </a:pPr>
            <a:r>
              <a:rPr lang="en-US" sz="1350" dirty="0">
                <a:solidFill>
                  <a:srgbClr val="1340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http://eft-devops-alb-1572070739.us-east-1.elb.amazonaws.com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Desafíos reales, resueltos en vivo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F3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→ CAUSA → FIX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SSL a RDS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6700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fallaba en bucle al conectar a RDS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639312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566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RDS exige TLS por defecto; pg no lo tenía activado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4535424"/>
            <a:ext cx="329184" cy="329184"/>
          </a:xfrm>
          <a:prstGeom prst="ellipse">
            <a:avLst/>
          </a:prstGeom>
          <a:solidFill>
            <a:srgbClr val="1E8F5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35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46227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SSL condicional vía variable PGSSL, sin tocar el entorno local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440680" cy="3840480"/>
          </a:xfrm>
          <a:prstGeom prst="roundRect">
            <a:avLst>
              <a:gd name="adj" fmla="val 2381"/>
            </a:avLst>
          </a:prstGeom>
          <a:solidFill>
            <a:srgbClr val="F3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7830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→ CAUSA → FIX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92240" y="20574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healthcheck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492240" y="2743200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743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26700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mostraba "Backend: sin conexión"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3639312"/>
            <a:ext cx="329184" cy="329184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35661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el ALB solo enruta "/api/*" al backend; /health caía en el nginx del frontend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4535424"/>
            <a:ext cx="329184" cy="329184"/>
          </a:xfrm>
          <a:prstGeom prst="ellipse">
            <a:avLst/>
          </a:prstGeom>
          <a:solidFill>
            <a:srgbClr val="1E8F5F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4535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446227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 expuso /api/health en el backend y el frontend apunta ahí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se corrigieron y redesplegaron sin downtime (rolling update de ECS) — evidencia real de que probar en la nube, no solo local, importa.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commit a producción,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pasos manuales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3785616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36301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reproducible: build, test, push y deploy automatizados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88536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1330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seria en costo y seguridad (sin NAT, mínimo privilegio, red segmentada)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91456"/>
            <a:ext cx="91440" cy="914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6360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end-to-end sobre una cuenta real de AWS Academy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623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— preguntas y defensa técnica a continuación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github.com/Criptame/Proyecto_examen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2026-07-11T00:34:55Z</dcterms:created>
  <dcterms:modified xsi:type="dcterms:W3CDTF">2026-07-11T00:34:55Z</dcterms:modified>
</cp:coreProperties>
</file>